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26280"/>
            <a:ext cx="914400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48640"/>
            <a:ext cx="1371600" cy="1371600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EKANG NSOLEY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Thomas Patrick Salem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3310128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3474720"/>
            <a:ext cx="2148840" cy="347472"/>
          </a:xfrm>
          <a:prstGeom prst="rect">
            <a:avLst>
              <a:gd name="adj" fmla="val 15789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747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Fullstack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3474720"/>
            <a:ext cx="1920240" cy="347472"/>
          </a:xfrm>
          <a:prstGeom prst="rect">
            <a:avLst>
              <a:gd name="adj" fmla="val 15789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3474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&amp; Sécurité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474720"/>
            <a:ext cx="1737360" cy="347472"/>
          </a:xfrm>
          <a:prstGeom prst="rect">
            <a:avLst>
              <a:gd name="adj" fmla="val 15789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474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Gabon · Libreville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33088"/>
            <a:ext cx="3200400" cy="347472"/>
          </a:xfrm>
          <a:prstGeom prst="rect">
            <a:avLst>
              <a:gd name="adj" fmla="val 21053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133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nsoleyportfolio.netlify.app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01968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986016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70064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54112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749808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01968" y="749808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86016" y="749808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370064" y="749808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54112" y="749808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138160" y="749808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1133856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01968" y="1133856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986016" y="1133856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70064" y="1133856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54112" y="1133856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138160" y="1133856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1517904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01968" y="1517904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986016" y="1517904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70064" y="1517904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754112" y="1517904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138160" y="1517904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17920" y="1901952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01968" y="1901952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986016" y="1901952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70064" y="1901952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754112" y="1901952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38160" y="1901952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17920" y="22860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01968" y="22860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986016" y="22860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70064" y="22860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754112" y="22860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138160" y="22860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0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54864" cy="594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120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suis-je 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194560" cy="3291840"/>
          </a:xfrm>
          <a:prstGeom prst="rect">
            <a:avLst>
              <a:gd name="adj" fmla="val 5000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554480"/>
            <a:ext cx="1280160" cy="12801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EKANG NSOLEY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44752" y="384048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— nsoleyportfolio.netlify.app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71800" y="1234440"/>
            <a:ext cx="566928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280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8960" y="14356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EKANG NSOLEY Sean Thomas Patrick Salem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71800" y="1755648"/>
            <a:ext cx="56692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8013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d'usage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08960" y="195681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71800" y="2276856"/>
            <a:ext cx="566928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3225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08960" y="247802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Supérieur Téléinformatique — Génie Logiciel &amp; Adm. Réseau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71800" y="2798064"/>
            <a:ext cx="56692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28437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299923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— Cybersécurité, Réseaux &amp; Cloud (en cours)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71800" y="3319272"/>
            <a:ext cx="566928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3649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08960" y="352044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Libreville, Gabon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71800" y="3840480"/>
            <a:ext cx="56692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3886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08960" y="40416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nsoleyportfolio.netlify.app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Thomas EKANG NSOLEY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120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97480" cy="384048"/>
          </a:xfrm>
          <a:prstGeom prst="rect">
            <a:avLst>
              <a:gd name="adj" fmla="val 23810"/>
            </a:avLst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44752"/>
            <a:ext cx="2697480" cy="137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188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64592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(notions)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64008" cy="6400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915668"/>
            <a:ext cx="64008" cy="6400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130552"/>
            <a:ext cx="64008" cy="6400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345436"/>
            <a:ext cx="64008" cy="6400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2560320"/>
            <a:ext cx="64008" cy="6400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188720"/>
            <a:ext cx="269748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188720"/>
            <a:ext cx="2697480" cy="384048"/>
          </a:xfrm>
          <a:prstGeom prst="rect">
            <a:avLst>
              <a:gd name="adj" fmla="val 23810"/>
            </a:avLst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1444752"/>
            <a:ext cx="26974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1188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1568" y="164592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(notions)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01568" y="1700784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3401568" y="191566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3401568" y="213055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3401568" y="234543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3401568" y="256032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188720"/>
            <a:ext cx="269748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188720"/>
            <a:ext cx="2697480" cy="384048"/>
          </a:xfrm>
          <a:prstGeom prst="rect">
            <a:avLst>
              <a:gd name="adj" fmla="val 23810"/>
            </a:avLst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1444752"/>
            <a:ext cx="269748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236208" y="1188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164592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&amp; CRUD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36208" y="1700784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236208" y="1915668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236208" y="2130552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236208" y="2345436"/>
            <a:ext cx="64008" cy="640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017520"/>
            <a:ext cx="269748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017520"/>
            <a:ext cx="2697480" cy="384048"/>
          </a:xfrm>
          <a:prstGeom prst="rect">
            <a:avLst>
              <a:gd name="adj" fmla="val 23810"/>
            </a:avLst>
          </a:prstGeom>
          <a:solidFill>
            <a:srgbClr val="DC2626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3273552"/>
            <a:ext cx="26974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347472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/ Hachage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réseau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3529584"/>
            <a:ext cx="64008" cy="640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3744468"/>
            <a:ext cx="64008" cy="640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" y="3959352"/>
            <a:ext cx="64008" cy="640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Shape 41"/>
          <p:cNvSpPr/>
          <p:nvPr/>
        </p:nvSpPr>
        <p:spPr>
          <a:xfrm>
            <a:off x="566928" y="4174236"/>
            <a:ext cx="64008" cy="640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4389120"/>
            <a:ext cx="64008" cy="640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Shape 43"/>
          <p:cNvSpPr/>
          <p:nvPr/>
        </p:nvSpPr>
        <p:spPr>
          <a:xfrm>
            <a:off x="3291840" y="3017520"/>
            <a:ext cx="269748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91840" y="3017520"/>
            <a:ext cx="2697480" cy="384048"/>
          </a:xfrm>
          <a:prstGeom prst="rect">
            <a:avLst>
              <a:gd name="adj" fmla="val 23810"/>
            </a:avLst>
          </a:prstGeom>
          <a:solidFill>
            <a:srgbClr val="B91C1C"/>
          </a:solidFill>
          <a:ln/>
        </p:spPr>
      </p:sp>
      <p:sp>
        <p:nvSpPr>
          <p:cNvPr id="47" name="Shape 45"/>
          <p:cNvSpPr/>
          <p:nvPr/>
        </p:nvSpPr>
        <p:spPr>
          <a:xfrm>
            <a:off x="3291840" y="3273552"/>
            <a:ext cx="2697480" cy="1371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8" name="Text 46"/>
          <p:cNvSpPr/>
          <p:nvPr/>
        </p:nvSpPr>
        <p:spPr>
          <a:xfrm>
            <a:off x="3401568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&amp; Systèmes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401568" y="347472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TCP/IP, DNS, DHCP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· VPN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(Ubuntu, CentOS)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infra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01568" y="3529584"/>
            <a:ext cx="64008" cy="6400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1" name="Shape 49"/>
          <p:cNvSpPr/>
          <p:nvPr/>
        </p:nvSpPr>
        <p:spPr>
          <a:xfrm>
            <a:off x="3401568" y="3744468"/>
            <a:ext cx="64008" cy="6400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2" name="Shape 50"/>
          <p:cNvSpPr/>
          <p:nvPr/>
        </p:nvSpPr>
        <p:spPr>
          <a:xfrm>
            <a:off x="3401568" y="3959352"/>
            <a:ext cx="64008" cy="6400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3" name="Shape 51"/>
          <p:cNvSpPr/>
          <p:nvPr/>
        </p:nvSpPr>
        <p:spPr>
          <a:xfrm>
            <a:off x="3401568" y="4174236"/>
            <a:ext cx="64008" cy="6400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4" name="Shape 52"/>
          <p:cNvSpPr/>
          <p:nvPr/>
        </p:nvSpPr>
        <p:spPr>
          <a:xfrm>
            <a:off x="6126480" y="3017520"/>
            <a:ext cx="269748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26480" y="3017520"/>
            <a:ext cx="2697480" cy="384048"/>
          </a:xfrm>
          <a:prstGeom prst="rect">
            <a:avLst>
              <a:gd name="adj" fmla="val 23810"/>
            </a:avLst>
          </a:prstGeom>
          <a:solidFill>
            <a:srgbClr val="334155"/>
          </a:solidFill>
          <a:ln/>
        </p:spPr>
      </p:sp>
      <p:sp>
        <p:nvSpPr>
          <p:cNvPr id="56" name="Shape 54"/>
          <p:cNvSpPr/>
          <p:nvPr/>
        </p:nvSpPr>
        <p:spPr>
          <a:xfrm>
            <a:off x="6126480" y="3273552"/>
            <a:ext cx="2697480" cy="1371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" name="Text 55"/>
          <p:cNvSpPr/>
          <p:nvPr/>
        </p:nvSpPr>
        <p:spPr>
          <a:xfrm>
            <a:off x="6236208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36208" y="347472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architecture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UML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Cahiers des charges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(notions)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36208" y="3529584"/>
            <a:ext cx="64008" cy="6400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0" name="Shape 58"/>
          <p:cNvSpPr/>
          <p:nvPr/>
        </p:nvSpPr>
        <p:spPr>
          <a:xfrm>
            <a:off x="6236208" y="3744468"/>
            <a:ext cx="64008" cy="6400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1" name="Shape 59"/>
          <p:cNvSpPr/>
          <p:nvPr/>
        </p:nvSpPr>
        <p:spPr>
          <a:xfrm>
            <a:off x="6236208" y="3959352"/>
            <a:ext cx="64008" cy="6400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2" name="Shape 60"/>
          <p:cNvSpPr/>
          <p:nvPr/>
        </p:nvSpPr>
        <p:spPr>
          <a:xfrm>
            <a:off x="6236208" y="4174236"/>
            <a:ext cx="64008" cy="6400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3" name="Shape 61"/>
          <p:cNvSpPr/>
          <p:nvPr/>
        </p:nvSpPr>
        <p:spPr>
          <a:xfrm>
            <a:off x="6236208" y="4389120"/>
            <a:ext cx="64008" cy="64008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64" name="Shape 6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5" name="Text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Thomas EKANG NSOLEY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28600"/>
            <a:ext cx="822960" cy="365760"/>
          </a:xfrm>
          <a:prstGeom prst="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63040" y="228600"/>
            <a:ext cx="1463040" cy="365760"/>
          </a:xfrm>
          <a:prstGeom prst="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Fullstack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BAMBOO EMF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Personnel SFE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4572000" cy="2560320"/>
          </a:xfrm>
          <a:prstGeom prst="rect">
            <a:avLst>
              <a:gd name="adj" fmla="val 4286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complète de gestion RH pour SFE. Centralise toutes les opérations RH : employés, départements, présences et performances.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fullstack JavaScript avec backend Node.js/Express sécurisé par JWT et RBAC. Frontend multi-pages avec dashboard analytics (Chart.js) et design responsive.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920240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2103120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2194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graphiques Chart.js — temps réel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2542032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2724912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25877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 + RBAC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06440" y="28163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signés HS256, rôles admin/manager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3163824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3346704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32095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Employés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06440" y="34381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Ajout, édition, suppression, export CSV/PDF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3785616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3968496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38313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Présence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06440" y="40599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Marquage quotidien et historique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8308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78308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6324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06324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4340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Chart.js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78308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78308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06324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06324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Helmet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4340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94960" y="4434840"/>
            <a:ext cx="3337560" cy="347472"/>
          </a:xfrm>
          <a:prstGeom prst="rect">
            <a:avLst>
              <a:gd name="adj" fmla="val 18421"/>
            </a:avLst>
          </a:prstGeom>
          <a:solidFill>
            <a:srgbClr val="1D4ED8"/>
          </a:solidFill>
          <a:ln/>
        </p:spPr>
      </p:sp>
      <p:sp>
        <p:nvSpPr>
          <p:cNvPr id="45" name="Text 43"/>
          <p:cNvSpPr/>
          <p:nvPr/>
        </p:nvSpPr>
        <p:spPr>
          <a:xfrm>
            <a:off x="5394960" y="44348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nsoleyportfolio.netlify.app/bamboo-app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Thomas EKANG NSOLEY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28600"/>
            <a:ext cx="822960" cy="365760"/>
          </a:xfrm>
          <a:prstGeom prst="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63040" y="228600"/>
            <a:ext cx="1645920" cy="365760"/>
          </a:xfrm>
          <a:prstGeom prst="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28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Web 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LINAF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Microfinance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4572000" cy="2560320"/>
          </a:xfrm>
          <a:prstGeom prst="rect">
            <a:avLst>
              <a:gd name="adj" fmla="val 4286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institutionnel pour une institution de microfinance. Présentation des services financiers, gestion des demandes de prêts, espace client sécurisé et interface d'administration.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professionnel responsive aux couleurs de l'institution, avec formulaires de contact et pages de services détaillées.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920240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210312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Services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2194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produits et offres de prêts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2542032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2724912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25877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06440" y="28163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mobile, tablette, desktop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3163824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3346704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32095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de Contact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06440" y="34381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prêt intégrées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3785616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3968496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38313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06440" y="40599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demandes clients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8308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78308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6324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06324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4340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Responsive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78308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78308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UX/UI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06324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06324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4340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94960" y="4434840"/>
            <a:ext cx="3337560" cy="347472"/>
          </a:xfrm>
          <a:prstGeom prst="rect">
            <a:avLst>
              <a:gd name="adj" fmla="val 18421"/>
            </a:avLst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5394960" y="44348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linafp-billetterie.netlify.app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Thomas EKANG NSOLEY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28600"/>
            <a:ext cx="822960" cy="365760"/>
          </a:xfrm>
          <a:prstGeom prst="rect">
            <a:avLst>
              <a:gd name="adj" fmla="val 15000"/>
            </a:avLst>
          </a:prstGeom>
          <a:solidFill>
            <a:srgbClr val="6D28D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63040" y="228600"/>
            <a:ext cx="1828800" cy="365760"/>
          </a:xfrm>
          <a:prstGeom prst="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28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· Catalogue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OTAKU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Anime &amp; Manga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4572000" cy="2560320"/>
          </a:xfrm>
          <a:prstGeom prst="rect">
            <a:avLst>
              <a:gd name="adj" fmla="val 4286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de catalogue d'animes et mangas avec moteur de recherche avancé, système de favoris persistants et fiches détaillées.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inspirée de l'esthétique japonaise moderne. Intégration d'API REST pour les données, navigation fluide et expérience utilisateur soignée.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920240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2103120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Recherche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2194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titre, genre, année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2542032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2724912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25877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Favoris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06440" y="28163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via LocalStorage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3163824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3346704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32095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Détaillées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06440" y="34381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Synopsis, personnages, scores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3785616"/>
            <a:ext cx="3337560" cy="54864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3968496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38313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06440" y="40599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temps réel via API REST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6D28D9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8308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6D28D9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78308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6324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6D28D9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06324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4340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6D28D9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REST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6D28D9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78308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6D28D9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78308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API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06324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6D28D9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06324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43400" y="4553712"/>
            <a:ext cx="1188720" cy="256032"/>
          </a:xfrm>
          <a:prstGeom prst="rect">
            <a:avLst>
              <a:gd name="adj" fmla="val 14286"/>
            </a:avLst>
          </a:prstGeom>
          <a:solidFill>
            <a:srgbClr val="6D28D9">
              <a:alpha val="3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Design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94960" y="4434840"/>
            <a:ext cx="3337560" cy="347472"/>
          </a:xfrm>
          <a:prstGeom prst="rect">
            <a:avLst>
              <a:gd name="adj" fmla="val 18421"/>
            </a:avLst>
          </a:prstGeom>
          <a:solidFill>
            <a:srgbClr val="6D28D9"/>
          </a:solidFill>
          <a:ln/>
        </p:spPr>
      </p:sp>
      <p:sp>
        <p:nvSpPr>
          <p:cNvPr id="45" name="Text 43"/>
          <p:cNvSpPr/>
          <p:nvPr/>
        </p:nvSpPr>
        <p:spPr>
          <a:xfrm>
            <a:off x="5394960" y="44348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otaku-site.netlify.app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Thomas EKANG NSOLEY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56032"/>
            <a:ext cx="54864" cy="594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120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Formation &amp; Expérience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1234440"/>
            <a:ext cx="36576" cy="34747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289304"/>
            <a:ext cx="237744" cy="237744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 –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88720" y="14356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— Cybersécurité, Réseaux &amp; Cloud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6550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spécialisation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20840" y="1371600"/>
            <a:ext cx="1645920" cy="256032"/>
          </a:xfrm>
          <a:prstGeom prst="rect">
            <a:avLst>
              <a:gd name="adj" fmla="val 21429"/>
            </a:avLst>
          </a:prstGeom>
          <a:solidFill>
            <a:srgbClr val="1D4ED8">
              <a:alpha val="15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" y="1965960"/>
            <a:ext cx="237744" cy="237744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1911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(Stage)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88720" y="21122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pratique — CHUO · Ministère de la Santé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logiciel hospitalier · Gabon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2048256"/>
            <a:ext cx="1645920" cy="256032"/>
          </a:xfrm>
          <a:prstGeom prst="rect">
            <a:avLst>
              <a:gd name="adj" fmla="val 21429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048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9808" y="2642616"/>
            <a:ext cx="237744" cy="237744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2587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– Présent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88720" y="2788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Fullstack Freelance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0083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Libreville, Gabon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0840" y="2724912"/>
            <a:ext cx="1645920" cy="256032"/>
          </a:xfrm>
          <a:prstGeom prst="rect">
            <a:avLst>
              <a:gd name="adj" fmla="val 21429"/>
            </a:avLst>
          </a:prstGeom>
          <a:solidFill>
            <a:srgbClr val="1D4ED8">
              <a:alpha val="15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724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9808" y="3319272"/>
            <a:ext cx="237744" cy="237744"/>
          </a:xfrm>
          <a:prstGeom prst="ellipse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8720" y="3264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Diplômé 2024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88720" y="34655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Supérieur Téléinformatique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36850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Génie Logiciel &amp; Administration Réseau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20840" y="3401568"/>
            <a:ext cx="1645920" cy="256032"/>
          </a:xfrm>
          <a:prstGeom prst="rect">
            <a:avLst>
              <a:gd name="adj" fmla="val 21429"/>
            </a:avLst>
          </a:prstGeom>
          <a:solidFill>
            <a:srgbClr val="64748B">
              <a:alpha val="1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401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49808" y="3995928"/>
            <a:ext cx="237744" cy="237744"/>
          </a:xfrm>
          <a:prstGeom prst="ellipse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88720" y="3941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 · 2 mois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88720" y="41422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— Administration Réseau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88720" y="43616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 réseau · Libreville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20840" y="4078224"/>
            <a:ext cx="1645920" cy="256032"/>
          </a:xfrm>
          <a:prstGeom prst="rect">
            <a:avLst>
              <a:gd name="adj" fmla="val 21429"/>
            </a:avLst>
          </a:prstGeom>
          <a:solidFill>
            <a:srgbClr val="64748B">
              <a:alpha val="1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40782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Thomas EKANG NSOLEY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3044952" cy="571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572000"/>
            <a:ext cx="3054096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572000"/>
            <a:ext cx="3044952" cy="571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384048"/>
            <a:ext cx="1280160" cy="1280160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84048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011680" y="29260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Travaillons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011680" y="822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8229600" cy="566928"/>
          </a:xfrm>
          <a:prstGeom prst="rect">
            <a:avLst>
              <a:gd name="adj" fmla="val 16129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45920"/>
            <a:ext cx="822960" cy="566928"/>
          </a:xfrm>
          <a:prstGeom prst="rect">
            <a:avLst>
              <a:gd name="adj" fmla="val 16129"/>
            </a:avLst>
          </a:prstGeom>
          <a:solidFill>
            <a:srgbClr val="1D4E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1645920"/>
            <a:ext cx="292608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6459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1700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17320" y="192024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thomasean2002@gmail.com  ·  nsoleypro20@gmail.com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04288"/>
            <a:ext cx="8229600" cy="566928"/>
          </a:xfrm>
          <a:prstGeom prst="rect">
            <a:avLst>
              <a:gd name="adj" fmla="val 16129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304288"/>
            <a:ext cx="822960" cy="566928"/>
          </a:xfrm>
          <a:prstGeom prst="rect">
            <a:avLst>
              <a:gd name="adj" fmla="val 16129"/>
            </a:avLst>
          </a:prstGeom>
          <a:solidFill>
            <a:srgbClr val="0A66C2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2304288"/>
            <a:ext cx="292608" cy="566928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30428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2359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17320" y="257860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linkedin.com/in/thomas-nsoley-253076247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962656"/>
            <a:ext cx="8229600" cy="566928"/>
          </a:xfrm>
          <a:prstGeom prst="rect">
            <a:avLst>
              <a:gd name="adj" fmla="val 16129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962656"/>
            <a:ext cx="822960" cy="566928"/>
          </a:xfrm>
          <a:prstGeom prst="rect">
            <a:avLst>
              <a:gd name="adj" fmla="val 16129"/>
            </a:avLst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" y="2962656"/>
            <a:ext cx="292608" cy="56692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96265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17320" y="323697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github.com/thomasnsoley  ·  github.com/nsoley20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621024"/>
            <a:ext cx="8229600" cy="566928"/>
          </a:xfrm>
          <a:prstGeom prst="rect">
            <a:avLst>
              <a:gd name="adj" fmla="val 16129"/>
            </a:avLst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621024"/>
            <a:ext cx="822960" cy="566928"/>
          </a:xfrm>
          <a:prstGeom prst="rect">
            <a:avLst>
              <a:gd name="adj" fmla="val 16129"/>
            </a:avLst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1560" y="3621024"/>
            <a:ext cx="292608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6210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17320" y="3675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17320" y="389534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nsoleyportfolio.netlify.app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572000"/>
            <a:ext cx="30449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44952" y="4572000"/>
            <a:ext cx="30540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spc="400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99048" y="4572000"/>
            <a:ext cx="30449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EKANG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— Thomas EKANG NSOLEY</dc:title>
  <dc:subject>PptxGenJS Presentation</dc:subject>
  <dc:creator>EKANG NSOLEY Sean Thomas</dc:creator>
  <cp:lastModifiedBy>EKANG NSOLEY Sean Thomas</cp:lastModifiedBy>
  <cp:revision>1</cp:revision>
  <dcterms:created xsi:type="dcterms:W3CDTF">2026-03-16T16:13:33Z</dcterms:created>
  <dcterms:modified xsi:type="dcterms:W3CDTF">2026-03-16T16:13:33Z</dcterms:modified>
</cp:coreProperties>
</file>